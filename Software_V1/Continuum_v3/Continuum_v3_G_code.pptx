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58" r:id="rId5"/>
    <p:sldId id="261" r:id="rId6"/>
    <p:sldId id="259" r:id="rId7"/>
    <p:sldId id="260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134929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en-US" sz="40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Continuum manipulator using 6 motors.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84B17C-5450-4FB1-9730-587637C9562E}"/>
              </a:ext>
            </a:extLst>
          </p:cNvPr>
          <p:cNvSpPr/>
          <p:nvPr/>
        </p:nvSpPr>
        <p:spPr>
          <a:xfrm>
            <a:off x="3771139" y="2291738"/>
            <a:ext cx="1601721" cy="560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Badhon Kumar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87C2A-24AD-40C3-8DDD-194E589A5F40}"/>
              </a:ext>
            </a:extLst>
          </p:cNvPr>
          <p:cNvSpPr txBox="1"/>
          <p:nvPr/>
        </p:nvSpPr>
        <p:spPr>
          <a:xfrm>
            <a:off x="2274849" y="3028671"/>
            <a:ext cx="458092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Changyong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(Chase) Cao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Department of Mechanical and Aerospace Engineering,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Western Reserve University.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0AC17-65D1-419C-B570-43F25B7295F7}"/>
              </a:ext>
            </a:extLst>
          </p:cNvPr>
          <p:cNvSpPr txBox="1"/>
          <p:nvPr/>
        </p:nvSpPr>
        <p:spPr>
          <a:xfrm>
            <a:off x="636301" y="4506557"/>
            <a:ext cx="7858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July, 2026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Goal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971550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another input type :G-Code path along with the ellipsoid trajectory.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4E2AE-5280-4A65-9F98-1C38BCE6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297" y="2571750"/>
            <a:ext cx="4671406" cy="240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62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Was Added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2628342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G-code path option in the GUI</a:t>
            </a:r>
          </a:p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sample_square_path.gcode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 Select G-code path – load the G-code file – run </a:t>
            </a:r>
          </a:p>
          <a:p>
            <a:pPr marL="342900" indent="-171450"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continuum manipulator can now follow custom paths from G-code.</a:t>
            </a:r>
          </a:p>
          <a:p>
            <a:pPr marL="342900" lvl="0" indent="-171450"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71450"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G-code Function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2570356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square g-code has been added and tested: (260,0) -&gt; (260,40) -&gt; (220,40) -&gt; (220,0) -&gt; (260,0)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3FEB8-184F-4A97-9F4C-9E00CC6C4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03" y="2876374"/>
            <a:ext cx="4139413" cy="2115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772A5-F8DD-4097-AE25-2F81F79F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016" y="2885378"/>
            <a:ext cx="2356455" cy="2115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C41A58-84F2-4CD9-96C8-2C8EA943A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471" y="3256156"/>
            <a:ext cx="2133159" cy="1196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Workflow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2570356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run only the continuum_ellipse.py </a:t>
            </a:r>
          </a:p>
          <a:p>
            <a:pPr marL="342900" indent="-171450"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simulation: </a:t>
            </a:r>
            <a:r>
              <a:rPr lang="en-US" dirty="0"/>
              <a:t>”python Continuum_v3/continuum_ellipse.py”</a:t>
            </a:r>
          </a:p>
          <a:p>
            <a:pPr marL="342900" indent="-171450">
              <a:buFontTx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information – user guide and G-code description can be found in USER_GUIDE.md and G_CODE-GUIDE.md</a:t>
            </a:r>
          </a:p>
          <a:p>
            <a:pPr marL="171450"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30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Fixes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1339261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Minimized errors of both x and y axis. It improves with increased steps – motor speed and control rate.</a:t>
            </a:r>
          </a:p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viewing windows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resized to view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properly and the isometric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can be rotated freely.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E3329-6CF4-48C8-A828-B5EBB878B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84" y="2939461"/>
            <a:ext cx="3291231" cy="189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Next Work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600200"/>
            <a:ext cx="7315200" cy="2677408"/>
          </a:xfrm>
          <a:prstGeom prst="rect">
            <a:avLst/>
          </a:prstGeom>
          <a:noFill/>
        </p:spPr>
        <p:txBody>
          <a:bodyPr wrap="square"/>
          <a:lstStyle/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work is focused on simulation</a:t>
            </a:r>
          </a:p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camera/end-effector feedback is not yet used</a:t>
            </a:r>
          </a:p>
          <a:p>
            <a:pPr marL="342900" lvl="0" indent="-171450"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G-code support is simple; no G2/G3 arcs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254</Words>
  <Application>Microsoft Office PowerPoint</Application>
  <PresentationFormat>On-screen Show (16:9)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Continuum_v3 Development Summary</dc:title>
  <dc:creator>Codex</dc:creator>
  <cp:lastModifiedBy>Butcher Box</cp:lastModifiedBy>
  <cp:revision>7</cp:revision>
  <dcterms:modified xsi:type="dcterms:W3CDTF">2026-07-05T09:48:29Z</dcterms:modified>
</cp:coreProperties>
</file>